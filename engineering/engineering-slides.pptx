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1/5/25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  <a:p>
            <a:pPr lvl="0"/>
            <a:r>
              <a:rPr/>
              <a:t>Important policies </a:t>
            </a:r>
          </a:p>
          <a:p>
            <a:pPr lvl="0"/>
            <a:r>
              <a:rPr/>
              <a:t>Course Overview</a:t>
            </a:r>
          </a:p>
          <a:p>
            <a:pPr lvl="0"/>
            <a:r>
              <a:rPr/>
              <a:t>Introductions</a:t>
            </a:r>
          </a:p>
          <a:p>
            <a:pPr lvl="0"/>
            <a:r>
              <a:rPr/>
              <a:t>First activity!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Important Policies and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Office Hours: Mon/Tue/Thurs 3:00-3:30, my space</a:t>
            </a:r>
          </a:p>
          <a:p>
            <a:pPr lvl="0"/>
            <a:r>
              <a:rPr/>
              <a:t>Late work:</a:t>
            </a:r>
          </a:p>
          <a:p>
            <a:pPr lvl="1"/>
            <a:r>
              <a:rPr/>
              <a:t>Late formatives will accepted the same week for a maximum score of 2.</a:t>
            </a:r>
          </a:p>
          <a:p>
            <a:pPr lvl="1"/>
            <a:r>
              <a:rPr/>
              <a:t>Late summatives must be discussed over office hours or email to negotiate a new deadline. </a:t>
            </a:r>
            <a:r>
              <a:rPr b="1"/>
              <a:t>Simply turning in a summative late will not be accepted.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Important Policies and Information: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class is designed for me to see </a:t>
            </a:r>
            <a:r>
              <a:rPr b="1"/>
              <a:t>your own work.</a:t>
            </a:r>
            <a:r>
              <a:rPr/>
              <a:t> At the same time, AI exists, and it can be a valuable tool.</a:t>
            </a:r>
          </a:p>
          <a:p>
            <a:pPr lvl="0" indent="0" marL="0">
              <a:buNone/>
            </a:pPr>
            <a:r>
              <a:rPr/>
              <a:t>The golden rule of this class is to </a:t>
            </a:r>
            <a:r>
              <a:rPr b="1"/>
              <a:t>never pass off AI work as your own.</a:t>
            </a:r>
            <a:r>
              <a:rPr/>
              <a:t> If you are detected trying to pass AI off as your own work, you will receive a zero on the assignment with </a:t>
            </a:r>
            <a:r>
              <a:rPr b="1"/>
              <a:t>one chance per semester</a:t>
            </a:r>
            <a:r>
              <a:rPr/>
              <a:t> to redo for a maximum grade of a 2.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Snacks are okay, as long as no wrappers/crumbs left</a:t>
            </a:r>
          </a:p>
          <a:p>
            <a:pPr lvl="0"/>
            <a:r>
              <a:rPr/>
              <a:t>Lunch: put on my desk and pick up after class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Overview: Units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Bean bag launcher (mechanical engineering</a:t>
            </a:r>
          </a:p>
          <a:p>
            <a:pPr lvl="0"/>
            <a:r>
              <a:rPr/>
              <a:t>(Foam glider (aerospace engineering)</a:t>
            </a:r>
          </a:p>
          <a:p>
            <a:pPr lvl="0"/>
            <a:r>
              <a:rPr/>
              <a:t>Bridges (civil engineering)</a:t>
            </a:r>
          </a:p>
          <a:p>
            <a:pPr lvl="0"/>
            <a:r>
              <a:rPr/>
              <a:t>Electric car (elecrical engineering, mechanical engineering)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Community agreements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Whose responsibility is it to keep the room clean and organized?</a:t>
            </a:r>
          </a:p>
          <a:p>
            <a:pPr lvl="0"/>
            <a:r>
              <a:rPr/>
              <a:t>What does community mean to us?</a:t>
            </a:r>
          </a:p>
          <a:p>
            <a:pPr lvl="1"/>
            <a:r>
              <a:rPr/>
              <a:t>Big paper + discuss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Grab an introduction sheet from the big table</a:t>
            </a:r>
          </a:p>
          <a:p>
            <a:pPr lvl="0"/>
            <a:r>
              <a:rPr/>
              <a:t>Fill in as many boxes as you can in 10 minutes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Paper airplane</a:t>
            </a:r>
          </a:p>
        </p:txBody>
      </p:sp>
      <p:pic>
        <p:nvPicPr>
          <p:cNvPr descr="img/engineering%20cyc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2026-01-07T13:51:48Z</dcterms:created>
  <dcterms:modified xsi:type="dcterms:W3CDTF">2026-01-07T13:51:48Z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