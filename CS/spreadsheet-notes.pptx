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use Google Sheets to take over the world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Click on an empty cell and type =SUM and select the cells you want to add.</a:t>
            </a:r>
          </a:p>
          <a:p>
            <a:pPr lvl="0"/>
            <a:r>
              <a:rPr/>
              <a:t>For multiplication, type =PRODUCT</a:t>
            </a:r>
          </a:p>
          <a:p>
            <a:pPr lvl="0"/>
            <a:r>
              <a:rPr/>
              <a:t>You can use these functions to easily do all the addition and multiplication you need in your spreadsheet, without using an external calculator.</a:t>
            </a:r>
          </a:p>
        </p:txBody>
      </p:sp>
      <p:pic>
        <p:nvPicPr>
          <p:cNvPr descr="img/shee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41400"/>
            <a:ext cx="51054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Google sheets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need to do for this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Figure out how much money it will take you to develop the initial app</a:t>
            </a:r>
          </a:p>
          <a:p>
            <a:pPr lvl="1"/>
            <a:r>
              <a:rPr/>
              <a:t>Use the article you read as a guideline</a:t>
            </a:r>
          </a:p>
          <a:p>
            <a:pPr lvl="1"/>
            <a:r>
              <a:rPr/>
              <a:t>Put all of this information into the “Up Front Costs” section.</a:t>
            </a:r>
          </a:p>
          <a:p>
            <a:pPr lvl="0"/>
            <a:r>
              <a:rPr/>
              <a:t>Figure out how much you need to make to pay off this debt in a year.</a:t>
            </a:r>
          </a:p>
          <a:p>
            <a:pPr lvl="1"/>
            <a:r>
              <a:rPr/>
              <a:t>How many users / subscribers / other income do you need?</a:t>
            </a:r>
          </a:p>
          <a:p>
            <a:pPr lvl="0"/>
            <a:r>
              <a:rPr/>
              <a:t>What are your ongoing costs?</a:t>
            </a:r>
          </a:p>
          <a:p>
            <a:pPr lvl="1"/>
            <a:r>
              <a:rPr/>
              <a:t>Server costs</a:t>
            </a:r>
          </a:p>
          <a:p>
            <a:pPr lvl="1"/>
            <a:r>
              <a:rPr/>
              <a:t>Marketing (to grow the site)</a:t>
            </a:r>
          </a:p>
          <a:p>
            <a:pPr lvl="0"/>
            <a:r>
              <a:rPr/>
              <a:t>Any research that you do (“how much are server costs for an app with 10,000 users?”), put the link into the “Links” tab.</a:t>
            </a:r>
          </a:p>
          <a:p>
            <a:pPr lvl="0"/>
            <a:r>
              <a:rPr/>
              <a:t>The “Calculating unit cost” tab is to help you convert from how many subscribers you have to your total revenue from subscribers.</a:t>
            </a:r>
          </a:p>
          <a:p>
            <a:pPr lvl="0"/>
            <a:r>
              <a:rPr/>
              <a:t>Put all this information into your spreadsheet and see if you’ll break even in a year!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2026-01-15T15:59:01Z</dcterms:created>
  <dcterms:modified xsi:type="dcterms:W3CDTF">2026-01-15T15:59:01Z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