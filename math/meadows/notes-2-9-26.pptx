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Warm-up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 exhibition night, tickets, snacks, and drinks are sold.</a:t>
            </a:r>
          </a:p>
          <a:p>
            <a:pPr lvl="0" indent="0" marL="0">
              <a:buNone/>
            </a:pPr>
            <a:r>
              <a:rPr/>
              <a:t>One ticket, one snack, and one drink cost $6 total.</a:t>
            </a:r>
          </a:p>
          <a:p>
            <a:pPr lvl="0" indent="0" marL="0">
              <a:buNone/>
            </a:pPr>
            <a:r>
              <a:rPr/>
              <a:t>One ticket and one snack cost $4 total.</a:t>
            </a:r>
          </a:p>
          <a:p>
            <a:pPr lvl="0" indent="0" marL="0">
              <a:buNone/>
            </a:pPr>
            <a:r>
              <a:rPr/>
              <a:t>One snack and one drink cost $5 total.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More practice on algebraic solutions to systems of equations (How Much After How Long?)</a:t>
            </a:r>
          </a:p>
          <a:p>
            <a:pPr lvl="0"/>
            <a:r>
              <a:rPr/>
              <a:t>Start with 3d coordinates</a:t>
            </a:r>
          </a:p>
          <a:p>
            <a:pPr lvl="1"/>
            <a:r>
              <a:rPr/>
              <a:t>Trying Out Triples</a:t>
            </a:r>
          </a:p>
          <a:p>
            <a:pPr lvl="1"/>
            <a:r>
              <a:rPr/>
              <a:t>More Cookies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Quiz solutions online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Moving 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More Cookies</a:t>
            </a:r>
          </a:p>
          <a:p>
            <a:pPr lvl="0"/>
            <a:r>
              <a:rPr/>
              <a:t>Solving With Systems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Trying Triples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Follow the directions on the sheet</a:t>
            </a:r>
          </a:p>
          <a:p>
            <a:pPr lvl="0"/>
            <a:r>
              <a:rPr/>
              <a:t>Use Desmos to graph the equations and plot the points in 3-dimensional space.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2026-02-09T14:46:41Z</dcterms:created>
  <dcterms:modified xsi:type="dcterms:W3CDTF">2026-02-09T14:46:41Z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