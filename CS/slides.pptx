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1/5/25</a:t>
            </a:r>
          </a:p>
          <a:p>
            <a:pPr lvl="0"/>
            <a:r>
              <a:rPr/>
              <a:t>Introductions</a:t>
            </a:r>
          </a:p>
          <a:p>
            <a:pPr lvl="0"/>
            <a:r>
              <a:rPr/>
              <a:t>Important policies </a:t>
            </a:r>
          </a:p>
          <a:p>
            <a:pPr lvl="0"/>
            <a:r>
              <a:rPr/>
              <a:t>Course Overview</a:t>
            </a:r>
          </a:p>
          <a:p>
            <a:pPr lvl="0"/>
            <a:r>
              <a:rPr/>
              <a:t>First activity!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Office Hours: Mon/Tue/Thurs 3:00-3:30, my space</a:t>
            </a:r>
          </a:p>
          <a:p>
            <a:pPr lvl="0"/>
            <a:r>
              <a:rPr/>
              <a:t>Late work:</a:t>
            </a:r>
          </a:p>
          <a:p>
            <a:pPr lvl="1"/>
            <a:r>
              <a:rPr/>
              <a:t>Late formatives will accepted the same week for a maximum score of 2.</a:t>
            </a:r>
          </a:p>
          <a:p>
            <a:pPr lvl="1"/>
            <a:r>
              <a:rPr/>
              <a:t>Late summatives must be discussed over office hours or email to negotiate a new deadline. </a:t>
            </a:r>
            <a:r>
              <a:rPr b="1"/>
              <a:t>Simply turning in a summative late will not be accepted.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Information: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class is designed for me to see </a:t>
            </a:r>
            <a:r>
              <a:rPr b="1"/>
              <a:t>your own work.</a:t>
            </a:r>
            <a:r>
              <a:rPr/>
              <a:t> At the same time, AI exists, and it can be a valuable tool.</a:t>
            </a:r>
          </a:p>
          <a:p>
            <a:pPr lvl="0" indent="0" marL="0">
              <a:buNone/>
            </a:pPr>
            <a:r>
              <a:rPr/>
              <a:t>The golden rule of this class is to </a:t>
            </a:r>
            <a:r>
              <a:rPr b="1"/>
              <a:t>never pass off AI work as your own.</a:t>
            </a:r>
            <a:r>
              <a:rPr/>
              <a:t> If you are detected trying to pass AI off as your own work, you will receive a zero on the assignment with </a:t>
            </a:r>
            <a:r>
              <a:rPr b="1"/>
              <a:t>one chance per semester</a:t>
            </a:r>
            <a:r>
              <a:rPr/>
              <a:t> to redo for a maximum grade of a 2.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agreements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Overview: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 design and business</a:t>
            </a:r>
          </a:p>
          <a:p>
            <a:pPr lvl="0"/>
            <a:r>
              <a:rPr/>
              <a:t>How computers work</a:t>
            </a:r>
          </a:p>
          <a:p>
            <a:pPr lvl="1"/>
            <a:r>
              <a:rPr/>
              <a:t>Binary code</a:t>
            </a:r>
          </a:p>
          <a:p>
            <a:pPr lvl="1"/>
            <a:r>
              <a:rPr/>
              <a:t>How they store and transfer information</a:t>
            </a:r>
          </a:p>
          <a:p>
            <a:pPr lvl="0"/>
            <a:r>
              <a:rPr/>
              <a:t>AI</a:t>
            </a:r>
          </a:p>
          <a:p>
            <a:pPr lvl="1"/>
            <a:r>
              <a:rPr/>
              <a:t>How it works</a:t>
            </a:r>
          </a:p>
          <a:p>
            <a:pPr lvl="1"/>
            <a:r>
              <a:rPr/>
              <a:t>The ethics of using it</a:t>
            </a:r>
          </a:p>
          <a:p>
            <a:pPr lvl="0"/>
            <a:r>
              <a:rPr/>
              <a:t>Game design</a:t>
            </a:r>
          </a:p>
          <a:p>
            <a:pPr lvl="0"/>
            <a:r>
              <a:rPr/>
              <a:t>Coding an app in code.org</a:t>
            </a:r>
          </a:p>
          <a:p>
            <a:pPr lvl="0"/>
            <a:r>
              <a:rPr/>
              <a:t>3D modeling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Overview: Personal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Throughout the semester, you will build a website that will show off the cool stuff you make in this class.</a:t>
            </a:r>
          </a:p>
          <a:p>
            <a:pPr lvl="0" indent="0" marL="0">
              <a:buNone/>
            </a:pPr>
            <a:r>
              <a:rPr/>
              <a:t>You will learn these coding languages:</a:t>
            </a:r>
          </a:p>
          <a:p>
            <a:pPr lvl="0"/>
            <a:r>
              <a:rPr/>
              <a:t>HTML</a:t>
            </a:r>
          </a:p>
          <a:p>
            <a:pPr lvl="0"/>
            <a:r>
              <a:rPr/>
              <a:t>CSS</a:t>
            </a:r>
          </a:p>
          <a:p>
            <a:pPr lvl="0"/>
            <a:r>
              <a:rPr/>
              <a:t>JavaScript</a:t>
            </a:r>
          </a:p>
          <a:p>
            <a:pPr lvl="0" indent="0" marL="0">
              <a:buNone/>
            </a:pPr>
            <a:r>
              <a:rPr/>
              <a:t>And use them to put together an interactive website you can share.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Make an image using </a:t>
            </a:r>
            <a:r>
              <a:rPr b="1"/>
              <a:t>Piskelapp.com</a:t>
            </a:r>
          </a:p>
          <a:p>
            <a:pPr lvl="0"/>
            <a:r>
              <a:rPr/>
              <a:t>The image must represent </a:t>
            </a:r>
            <a:r>
              <a:rPr b="1"/>
              <a:t>yourself</a:t>
            </a:r>
            <a:r>
              <a:rPr/>
              <a:t> and </a:t>
            </a:r>
            <a:r>
              <a:rPr b="1"/>
              <a:t>what you want to be in the new year.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“Inspect Element” Your Way to Internet Fame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classic “hacker” trick that every freshman should know. It doesn’t actually change the website for everyone else, but it changes it on your screen.</a:t>
            </a:r>
          </a:p>
          <a:p>
            <a:pPr lvl="0"/>
            <a:r>
              <a:rPr b="1"/>
              <a:t>The Goal:</a:t>
            </a:r>
            <a:r>
              <a:rPr/>
              <a:t> Make it look like you have 10 million followers on Instagram or that a major news site just wrote an article about you.</a:t>
            </a:r>
          </a:p>
          <a:p>
            <a:pPr lvl="0"/>
            <a:r>
              <a:rPr b="1"/>
              <a:t>How to do it:</a:t>
            </a:r>
            <a:r>
              <a:rPr/>
              <a:t> 1. Right-click any text on a website in Chrome or Edge. 2. Click </a:t>
            </a:r>
            <a:r>
              <a:rPr b="1"/>
              <a:t>Inspect</a:t>
            </a:r>
            <a:r>
              <a:rPr/>
              <a:t>. 3. Find the text in the code window that opens, double-click it, and type whatever you want.</a:t>
            </a:r>
          </a:p>
          <a:p>
            <a:pPr lvl="0"/>
            <a:r>
              <a:rPr b="1"/>
              <a:t>The Fun Part:</a:t>
            </a:r>
            <a:r>
              <a:rPr/>
              <a:t> Screenshot it and prank a friend. It’s the easiest way to understand that the internet is just a bunch of editable code.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 you do this</a:t>
            </a:r>
          </a:p>
          <a:p>
            <a:pPr lvl="0"/>
            <a:r>
              <a:rPr/>
              <a:t>What do you notice about the code you’re seeing? Are there any </a:t>
            </a:r>
            <a:r>
              <a:rPr i="1"/>
              <a:t>trends</a:t>
            </a:r>
            <a:r>
              <a:rPr/>
              <a:t> or rules you can see?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2026-01-06T17:56:03Z</dcterms:created>
  <dcterms:modified xsi:type="dcterms:W3CDTF">2026-01-06T17:56:03Z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