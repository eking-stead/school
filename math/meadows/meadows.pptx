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malls-meadow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malls and meadows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300 acre Mr. Goodfellow</a:t>
            </a:r>
          </a:p>
          <a:p>
            <a:pPr lvl="0"/>
            <a:r>
              <a:rPr/>
              <a:t>100 acre Army</a:t>
            </a:r>
          </a:p>
          <a:p>
            <a:pPr lvl="0"/>
            <a:r>
              <a:rPr/>
              <a:t>150 acres mining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Recreation/development</a:t>
            </a:r>
          </a:p>
          <a:p>
            <a:pPr lvl="0"/>
            <a:r>
              <a:rPr/>
              <a:t>300 acres for development</a:t>
            </a:r>
          </a:p>
          <a:p>
            <a:pPr lvl="0"/>
            <a:r>
              <a:rPr/>
              <a:t>Army base and mine more “attractive”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 most, 200 acres of the army base and mining land will be used for recreation.</a:t>
            </a:r>
          </a:p>
          <a:p>
            <a:pPr lvl="0"/>
            <a:r>
              <a:rPr/>
              <a:t>The amount of army base land used for recreation and the amount of farmland used for development together must total exactly 100 acres.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2026-01-05T17:14:38Z</dcterms:created>
  <dcterms:modified xsi:type="dcterms:W3CDTF">2026-01-05T17:14:38Z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