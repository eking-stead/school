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algebralab.org/lessons/lesson.aspx?file=algebra_onevariablewritingequations.xml" TargetMode="External" /><Relationship Id="rId3" Type="http://schemas.openxmlformats.org/officeDocument/2006/relationships/hyperlink" Target="https://tutorial.math.lamar.edu/problems/alg/systemstwovrble.aspx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Course Website Scavenger Hunt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easy jump-in for students who come in late</a:t>
            </a:r>
          </a:p>
          <a:p>
            <a:pPr lvl="0"/>
            <a:r>
              <a:rPr/>
              <a:t>practice words –&gt; constraints</a:t>
            </a:r>
          </a:p>
          <a:p>
            <a:pPr lvl="0"/>
            <a:r>
              <a:rPr/>
              <a:t>elimination method</a:t>
            </a:r>
          </a:p>
          <a:p>
            <a:pPr lvl="0"/>
            <a:r>
              <a:rPr/>
              <a:t>woody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Sheets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Woody</a:t>
            </a:r>
          </a:p>
          <a:p>
            <a:pPr lvl="0"/>
            <a:r>
              <a:rPr/>
              <a:t>Corners w/o the graph</a:t>
            </a:r>
          </a:p>
          <a:p>
            <a:pPr lvl="0"/>
            <a:r>
              <a:rPr/>
              <a:t>More equations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Solving Meadows and Malls 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Solving systems of equations</a:t>
            </a:r>
          </a:p>
          <a:p>
            <a:pPr lvl="1"/>
            <a:r>
              <a:rPr/>
              <a:t>Elimination</a:t>
            </a:r>
          </a:p>
          <a:p>
            <a:pPr lvl="1"/>
            <a:r>
              <a:rPr/>
              <a:t>Substitution</a:t>
            </a:r>
          </a:p>
          <a:p>
            <a:pPr lvl="0"/>
            <a:r>
              <a:rPr/>
              <a:t>Making equations from word problems.</a:t>
            </a:r>
          </a:p>
          <a:p>
            <a:pPr lvl="1"/>
            <a:r>
              <a:rPr/>
              <a:t>Examples:</a:t>
            </a:r>
          </a:p>
          <a:p>
            <a:pPr lvl="2"/>
            <a:r>
              <a:rPr/>
              <a:t>“The total number of green and red jelly beans has to be less than 100.”</a:t>
            </a:r>
          </a:p>
          <a:p>
            <a:pPr lvl="3"/>
            <a:r>
              <a:rPr/>
              <a:t>g + r ≤ 100</a:t>
            </a:r>
          </a:p>
          <a:p>
            <a:pPr lvl="2"/>
            <a:r>
              <a:rPr/>
              <a:t>“Five times the number of fish and three times the number of plants can be no more than 20”</a:t>
            </a:r>
          </a:p>
          <a:p>
            <a:pPr lvl="3"/>
            <a:r>
              <a:rPr/>
              <a:t>5f + 3p ≤ 20</a:t>
            </a:r>
          </a:p>
          <a:p>
            <a:pPr lvl="2"/>
            <a:r>
              <a:rPr/>
              <a:t>On an algebra test, the highest grade was 42 points higher than the lowest grade. The sum of the two grades was 138. Find the lowest grade.</a:t>
            </a:r>
          </a:p>
          <a:p>
            <a:pPr lvl="3"/>
            <a:r>
              <a:rPr>
                <a:hlinkClick r:id="rId2"/>
              </a:rPr>
              <a:t>Practice problems / solutions</a:t>
            </a:r>
          </a:p>
          <a:p>
            <a:pPr lvl="3"/>
            <a:r>
              <a:rPr>
                <a:hlinkClick r:id="rId3"/>
              </a:rPr>
              <a:t>Systems of equations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Words to equations practice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 up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variables to write the following constraints:</a:t>
            </a:r>
          </a:p>
          <a:p>
            <a:pPr lvl="0" indent="0" marL="0">
              <a:buNone/>
            </a:pPr>
            <a:r>
              <a:rPr/>
              <a:t>Admire is keeping track of his protein and carbs</a:t>
            </a:r>
          </a:p>
          <a:p>
            <a:pPr lvl="0"/>
            <a:r>
              <a:rPr/>
              <a:t>He wants at least 5 oz of protein each day</a:t>
            </a:r>
          </a:p>
          <a:p>
            <a:pPr lvl="0"/>
            <a:r>
              <a:rPr/>
              <a:t>He wants at most 10 oz of carbs each day</a:t>
            </a:r>
          </a:p>
          <a:p>
            <a:pPr lvl="0"/>
            <a:r>
              <a:rPr/>
              <a:t>He wants to eat more oz of protein than carbs</a:t>
            </a:r>
          </a:p>
          <a:p>
            <a:pPr lvl="0"/>
            <a:r>
              <a:rPr/>
              <a:t>His protein and carbs combined can’t be more than 20 oz</a:t>
            </a:r>
          </a:p>
          <a:p>
            <a:pPr lvl="0"/>
            <a:r>
              <a:rPr/>
              <a:t>He wants his oz of protein to be at least twice his oz of carbs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 up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Headen is trying to decide how many pigs, cows, and goats to purchase for his farm. Represent the following statements using variables.</a:t>
            </a:r>
          </a:p>
          <a:p>
            <a:pPr lvl="0"/>
            <a:r>
              <a:rPr/>
              <a:t>He needs at least 10 cows</a:t>
            </a:r>
          </a:p>
          <a:p>
            <a:pPr lvl="0"/>
            <a:r>
              <a:rPr/>
              <a:t>He needs more pigs than cows</a:t>
            </a:r>
          </a:p>
          <a:p>
            <a:pPr lvl="0"/>
            <a:r>
              <a:rPr/>
              <a:t>The total number of animals has to be less than 50</a:t>
            </a:r>
          </a:p>
          <a:p>
            <a:pPr lvl="0"/>
            <a:r>
              <a:rPr/>
              <a:t>The number of pigs and cows together must be no more than twice the number of goats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Solving systems of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Methods</a:t>
            </a:r>
          </a:p>
          <a:p>
            <a:pPr lvl="1"/>
            <a:r>
              <a:rPr/>
              <a:t>Substitution</a:t>
            </a:r>
          </a:p>
          <a:p>
            <a:pPr lvl="1"/>
            <a:r>
              <a:rPr/>
              <a:t>ELIMINATION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</a:t>
            </a:r>
          </a:p>
          <a:p>
            <a:pPr lvl="0"/>
            <a:r>
              <a:rPr/>
              <a:t>Some kind of writeup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 / Deadlines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3rd quarter ends 3/13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2026-02-03T02:02:48Z</dcterms:created>
  <dcterms:modified xsi:type="dcterms:W3CDTF">2026-02-03T02:02:48Z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