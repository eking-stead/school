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5" Type="http://schemas.openxmlformats.org/officeDocument/2006/relationships/viewProps" Target="viewProps.xml" /><Relationship Id="rId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7" Type="http://schemas.openxmlformats.org/officeDocument/2006/relationships/tableStyles" Target="tableStyles.xml" /><Relationship Id="rId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Day 1</a:t>
            </a:r>
          </a:p>
        </p:txBody>
      </p:sp>
      <p:pic>
        <p:nvPicPr>
          <p:cNvPr descr="engineering%20cycl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124200" y="1193800"/>
            <a:ext cx="2882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Engineering 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Paper airplane lab?</a:t>
            </a:r>
          </a:p>
          <a:p>
            <a:pPr lvl="0"/>
            <a:r>
              <a:rPr/>
              <a:t>Syllabus etc</a:t>
            </a:r>
          </a:p>
          <a:p>
            <a:pPr lvl="0"/>
            <a:r>
              <a:rPr/>
              <a:t>Repeat kids?</a:t>
            </a:r>
          </a:p>
          <a:p>
            <a:pPr lvl="0"/>
            <a:r>
              <a:rPr/>
              <a:t>Introduce engineering cycle in an authentic way</a:t>
            </a:r>
          </a:p>
          <a:p>
            <a:pPr lvl="0"/>
            <a:r>
              <a:rPr/>
              <a:t>What do you do if something doesn’t work?</a:t>
            </a:r>
          </a:p>
          <a:p>
            <a:pPr lvl="0"/>
            <a:r>
              <a:rPr/>
              <a:t>Solution for notebooks? Consequences for not turning in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Notes on voltage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Voltage is current times resistance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2026-01-01T20:24:03Z</dcterms:created>
  <dcterms:modified xsi:type="dcterms:W3CDTF">2026-01-01T20:24:03Z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