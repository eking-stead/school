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Finish posterboards (I can print now)</a:t>
            </a:r>
          </a:p>
          <a:p>
            <a:pPr lvl="0"/>
            <a:r>
              <a:rPr/>
              <a:t>Binary code activity</a:t>
            </a:r>
          </a:p>
          <a:p>
            <a:pPr lvl="0"/>
            <a:r>
              <a:rPr/>
              <a:t>Work on HTML sites</a:t>
            </a:r>
          </a:p>
          <a:p>
            <a:pPr lvl="1"/>
            <a:r>
              <a:rPr/>
              <a:t>Put in knowledge of binary + CSS text effect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something you know about how computers store information?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Finish posterboards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minutes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Gallery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a sticky note on each posterboard of:</a:t>
            </a:r>
          </a:p>
          <a:p>
            <a:pPr lvl="0"/>
            <a:r>
              <a:rPr/>
              <a:t>Something you learned</a:t>
            </a:r>
          </a:p>
          <a:p>
            <a:pPr lvl="0"/>
            <a:r>
              <a:rPr/>
              <a:t>A question you have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2026-02-09T17:20:09Z</dcterms:created>
  <dcterms:modified xsi:type="dcterms:W3CDTF">2026-02-09T17:20:09Z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