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saveSubsetFonts="1" strictFirstAndLastChars="0">
  <p:sldMasterIdLst>
    <p:sldMasterId id="2147483659" r:id="rId4"/>
  </p:sldMasterIdLst>
  <p:sldIdLst>
    <p:sldId id="256" r:id="rId5"/>
    <p:sldId id="257" r:id="rId6"/>
    <p:sldId id="258" r:id="rId7"/>
    <p:sldId id="259" r:id="rId8"/>
  </p:sldIdLst>
  <p:sldSz cx="9144000" cy="5143500"/>
  <p:notesSz cx="6858000" cy="9144000"/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showComments="0">
  <p:slideViewPr>
    <p:cSldViewPr snapToGrid="0">
      <p:cViewPr varScale="1">
        <p:scale>
          <a:sx d="100" n="100"/>
          <a:sy d="100" n="100"/>
        </p:scale>
        <p:origin x="0" y="0"/>
      </p:cViewPr>
      <p:guideLst>
        <p:guide orient="horz" pos="1620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1" Type="http://schemas.openxmlformats.org/officeDocument/2006/relationships/theme" Target="theme/theme1.xml" /><Relationship Id="rId2" Type="http://schemas.openxmlformats.org/officeDocument/2006/relationships/viewProps" Target="viewProps.xml" /><Relationship Id="rId3" Type="http://schemas.openxmlformats.org/officeDocument/2006/relationships/presProps" Target="presProps.xml" /><Relationship Id="rId4" Type="http://schemas.openxmlformats.org/officeDocument/2006/relationships/slideMaster" Target="slideMasters/slideMaster1.xml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5463778" y="1371601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272778" y="-609599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2" Target="../theme/theme1.xml" Type="http://schemas.openxmlformats.org/officeDocument/2006/relationships/theme" /><Relationship Id="rId9" Target="../slideLayouts/slideLayout9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cap="none" i="0" strike="noStrike" sz="33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381000" lvl="0" marL="457200" marR="0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61950" lvl="1" marL="914400" marR="0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cap="none" i="0" strike="noStrike" sz="21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42900" lvl="2" marL="1371600" marR="0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23850" lvl="3" marL="1828800" marR="0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cap="none" i="0" strike="noStrike" sz="15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23850" lvl="4" marL="2286000" marR="0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cap="none" i="0" strike="noStrike" sz="15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23850" lvl="5" marL="2743200" marR="0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cap="none" i="0" strike="noStrike" sz="15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23850" lvl="6" marL="3200400" marR="0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cap="none" i="0" strike="noStrike" sz="15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23850" lvl="7" marL="3657600" marR="0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cap="none" i="0" strike="noStrike" sz="15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23850" lvl="8" marL="4114800" marR="0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cap="none" i="0" strike="noStrike" sz="15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900" u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1/5/25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  <a:p>
            <a:pPr lvl="0"/>
            <a:r>
              <a:rPr/>
              <a:t>Introductions</a:t>
            </a:r>
          </a:p>
          <a:p>
            <a:pPr lvl="0"/>
            <a:r>
              <a:rPr/>
              <a:t>Syllabus </a:t>
            </a:r>
          </a:p>
          <a:p>
            <a:pPr lvl="0"/>
            <a:r>
              <a:rPr/>
              <a:t>First activity!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Personal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Throughout the semester, you will build a website that will show off the cool stuff you will make in this class.</a:t>
            </a:r>
          </a:p>
          <a:p>
            <a:pPr lvl="0" indent="0" marL="0">
              <a:buNone/>
            </a:pPr>
            <a:r>
              <a:rPr/>
              <a:t>You will learn these coding languages:</a:t>
            </a:r>
          </a:p>
          <a:p>
            <a:pPr lvl="0"/>
            <a:r>
              <a:rPr/>
              <a:t>HTML</a:t>
            </a:r>
          </a:p>
          <a:p>
            <a:pPr lvl="0"/>
            <a:r>
              <a:rPr/>
              <a:t>CSS</a:t>
            </a:r>
          </a:p>
          <a:p>
            <a:pPr lvl="0"/>
            <a:r>
              <a:rPr/>
              <a:t>JavaScript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App design and business</a:t>
            </a:r>
          </a:p>
          <a:p>
            <a:pPr lvl="0"/>
            <a:r>
              <a:rPr/>
              <a:t>How computers work</a:t>
            </a:r>
          </a:p>
          <a:p>
            <a:pPr lvl="1"/>
            <a:r>
              <a:rPr/>
              <a:t>Binary code</a:t>
            </a:r>
          </a:p>
          <a:p>
            <a:pPr lvl="1"/>
            <a:r>
              <a:rPr/>
              <a:t>How they store and transfer information</a:t>
            </a:r>
          </a:p>
          <a:p>
            <a:pPr lvl="0"/>
            <a:r>
              <a:rPr/>
              <a:t>AI</a:t>
            </a:r>
          </a:p>
          <a:p>
            <a:pPr lvl="1"/>
            <a:r>
              <a:rPr/>
              <a:t>How it works</a:t>
            </a:r>
          </a:p>
          <a:p>
            <a:pPr lvl="1"/>
            <a:r>
              <a:rPr/>
              <a:t>The ethics of using it</a:t>
            </a:r>
          </a:p>
          <a:p>
            <a:pPr lvl="0"/>
            <a:r>
              <a:rPr/>
              <a:t>Game design</a:t>
            </a:r>
          </a:p>
          <a:p>
            <a:pPr lvl="0"/>
            <a:r>
              <a:rPr/>
              <a:t>Coding</a:t>
            </a:r>
          </a:p>
          <a:p>
            <a:pPr lvl="0"/>
            <a:r>
              <a:rPr/>
              <a:t>3D modeling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activity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generate a fun image using AI</a:t>
            </a: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2026-01-05T20:50:18Z</dcterms:created>
  <dcterms:modified xsi:type="dcterms:W3CDTF">2026-01-05T20:50:18Z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