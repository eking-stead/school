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Financial Literacy PBL: The Lifestyle Startup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Project Duration:</a:t>
            </a:r>
            <a:r>
              <a:rPr/>
              <a:t> 4 Class Periods </a:t>
            </a:r>
            <a:r>
              <a:rPr b="1"/>
              <a:t>Objective:</a:t>
            </a:r>
            <a:r>
              <a:rPr/>
              <a:t> Create a viable side hustle and manage a personal budget based on its earnings.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Period 1: The Business Blueprint</a:t>
            </a:r>
          </a:p>
          <a:p>
            <a:pPr lvl="0" indent="0" marL="0">
              <a:buNone/>
            </a:pPr>
            <a:r>
              <a:rPr b="1"/>
              <a:t>Goal:</a:t>
            </a:r>
            <a:r>
              <a:rPr/>
              <a:t> Define how you will generate income.</a:t>
            </a:r>
          </a:p>
          <a:p>
            <a:pPr lvl="0" indent="0" marL="0">
              <a:buNone/>
            </a:pPr>
            <a:r>
              <a:rPr b="1"/>
              <a:t>1. Business Identity</a:t>
            </a:r>
            <a:r>
              <a:rPr/>
              <a:t> * </a:t>
            </a:r>
            <a:r>
              <a:rPr b="1"/>
              <a:t>Business Name:</a:t>
            </a:r>
            <a:r>
              <a:rPr/>
              <a:t> _________________________________________________ * </a:t>
            </a:r>
            <a:r>
              <a:rPr b="1"/>
              <a:t>Service/Product:</a:t>
            </a:r>
            <a:r>
              <a:rPr/>
              <a:t> (e.g., Car detailing, tutoring, jewelry) ____________________</a:t>
            </a:r>
          </a:p>
          <a:p>
            <a:pPr lvl="0" indent="0" marL="0">
              <a:buNone/>
            </a:pPr>
            <a:r>
              <a:rPr b="1"/>
              <a:t>2. Startup Costs (The “Initial Investment”)</a:t>
            </a:r>
            <a:r>
              <a:rPr/>
              <a:t> List what you need to buy </a:t>
            </a:r>
            <a:r>
              <a:rPr i="1"/>
              <a:t>before</a:t>
            </a:r>
            <a:r>
              <a:rPr/>
              <a:t> you can start. * Item A: ________________ Cost: $__________ * Item B: ________________ Cost: $__________ * </a:t>
            </a:r>
            <a:r>
              <a:rPr b="1"/>
              <a:t>Total Startup Debt:</a:t>
            </a:r>
            <a:r>
              <a:rPr/>
              <a:t> $__________ (This is what you owe “the bank” or your parents)</a:t>
            </a:r>
          </a:p>
          <a:p>
            <a:pPr lvl="0" indent="0" marL="0">
              <a:buNone/>
            </a:pPr>
            <a:r>
              <a:rPr b="1"/>
              <a:t>3. The Profit Projection</a:t>
            </a:r>
            <a:r>
              <a:rPr/>
              <a:t> * </a:t>
            </a:r>
            <a:r>
              <a:rPr b="1"/>
              <a:t>Price per Unit/Hour:</a:t>
            </a:r>
            <a:r>
              <a:rPr/>
              <a:t> $__________ * </a:t>
            </a:r>
            <a:r>
              <a:rPr b="1"/>
              <a:t>Hours worked per month:</a:t>
            </a:r>
            <a:r>
              <a:rPr/>
              <a:t> __________ * </a:t>
            </a:r>
            <a:r>
              <a:rPr b="1"/>
              <a:t>Total Monthly Revenue:</a:t>
            </a:r>
            <a:r>
              <a:rPr/>
              <a:t> (Price × Hours) = $__________ * </a:t>
            </a:r>
            <a:r>
              <a:rPr b="1"/>
              <a:t>Monthly Expenses:</a:t>
            </a:r>
            <a:r>
              <a:rPr/>
              <a:t> (Supplies, gas, etc.) - $__________ * </a:t>
            </a:r>
            <a:r>
              <a:rPr b="1"/>
              <a:t>NET PROFIT (Your Take-Home Pay):</a:t>
            </a:r>
            <a:r>
              <a:rPr/>
              <a:t> = $__________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Period 2: Marketing &amp; Growth</a:t>
            </a:r>
          </a:p>
          <a:p>
            <a:pPr lvl="0" indent="0" marL="0">
              <a:buNone/>
            </a:pPr>
            <a:r>
              <a:rPr b="1"/>
              <a:t>Goal:</a:t>
            </a:r>
            <a:r>
              <a:rPr/>
              <a:t> Secure your customers and understand risk.</a:t>
            </a:r>
          </a:p>
          <a:p>
            <a:pPr lvl="0" indent="0" marL="0">
              <a:buNone/>
            </a:pPr>
            <a:r>
              <a:rPr b="1"/>
              <a:t>1. The Elevator Pitch</a:t>
            </a:r>
            <a:r>
              <a:rPr/>
              <a:t> In two sentences, why should someone hire you instead of a big corporation? &gt; ______________________________________________________________________</a:t>
            </a:r>
          </a:p>
          <a:p>
            <a:pPr lvl="0" indent="0" marL="0">
              <a:buNone/>
            </a:pPr>
            <a:r>
              <a:rPr b="1"/>
              <a:t>2. Visual Marketing</a:t>
            </a:r>
            <a:r>
              <a:rPr/>
              <a:t> </a:t>
            </a:r>
            <a:r>
              <a:rPr i="1"/>
              <a:t>In the space below, sketch a “Social Media Ad” or “Flyer” for your business. Include your price and how to contact you.</a:t>
            </a:r>
            <a:r>
              <a:rPr/>
              <a:t> | [ SPACE FOR FLYER DESIGN ] | | :— | | |</a:t>
            </a:r>
          </a:p>
          <a:p>
            <a:pPr lvl="0" indent="0" marL="0">
              <a:buNone/>
            </a:pPr>
            <a:r>
              <a:rPr b="1"/>
              <a:t>3. Risk Assessment</a:t>
            </a:r>
            <a:r>
              <a:rPr/>
              <a:t> Identify one thing that could go wrong (e.g., equipment breaks, bad weather). * </a:t>
            </a:r>
            <a:r>
              <a:rPr b="1"/>
              <a:t>Risk:</a:t>
            </a:r>
            <a:r>
              <a:rPr/>
              <a:t> ___________________________________________________________ * </a:t>
            </a:r>
            <a:r>
              <a:rPr b="1"/>
              <a:t>Financial Impact:</a:t>
            </a:r>
            <a:r>
              <a:rPr/>
              <a:t> How much would it cost to fix? $_____________________ * </a:t>
            </a:r>
            <a:r>
              <a:rPr b="1"/>
              <a:t>The “Emergency Fund” Plan:</a:t>
            </a:r>
            <a:r>
              <a:rPr/>
              <a:t> How much of your profit will you set aside each month for “just in case”? $__________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Period 3: The Lifestyle Budget</a:t>
            </a:r>
          </a:p>
          <a:p>
            <a:pPr lvl="0" indent="0" marL="0">
              <a:buNone/>
            </a:pPr>
            <a:r>
              <a:rPr b="1"/>
              <a:t>Goal:</a:t>
            </a:r>
            <a:r>
              <a:rPr/>
              <a:t> Use your “Net Profit” from Period 1 to survive in the real world.</a:t>
            </a:r>
          </a:p>
          <a:p>
            <a:pPr lvl="0" indent="0" marL="0">
              <a:buNone/>
            </a:pPr>
            <a:r>
              <a:rPr b="1"/>
              <a:t>Monthly Income (Take-Home Pay):</a:t>
            </a:r>
            <a:r>
              <a:rPr/>
              <a:t> $________________</a:t>
            </a:r>
          </a:p>
          <a:p>
            <a:pPr lvl="0" indent="0" marL="0">
              <a:buNone/>
            </a:pPr>
            <a:r>
              <a:rPr b="1"/>
              <a:t>The 50/30/20 Rule</a:t>
            </a:r>
            <a:r>
              <a:rPr/>
              <a:t> Divide your income into these three categories. </a:t>
            </a:r>
            <a:r>
              <a:rPr i="1"/>
              <a:t>Note: If your “Needs” exceed 50%, you must cut from “Wants.”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Goal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Planned Spending ($)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Specific Items (Rent, Food, Netflix, etc.)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Needs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$__________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Wants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$__________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Savings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$__________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Reflection:</a:t>
            </a:r>
            <a:r>
              <a:rPr/>
              <a:t> Did your business earn enough to support the lifestyle you want? If not, what needs to change (Price, Hours, or Spending)?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Period 4: The Curveball &amp; Pitch</a:t>
            </a:r>
          </a:p>
          <a:p>
            <a:pPr lvl="0" indent="0" marL="0">
              <a:buNone/>
            </a:pPr>
            <a:r>
              <a:rPr b="1"/>
              <a:t>Goal:</a:t>
            </a:r>
            <a:r>
              <a:rPr/>
              <a:t> Adapt to the unpredictable nature of money.</a:t>
            </a:r>
          </a:p>
          <a:p>
            <a:pPr lvl="0" indent="0" marL="0">
              <a:buNone/>
            </a:pPr>
            <a:r>
              <a:rPr b="1"/>
              <a:t>1. Draw Your “Curveball”</a:t>
            </a:r>
            <a:r>
              <a:rPr/>
              <a:t> </a:t>
            </a:r>
            <a:r>
              <a:rPr i="1"/>
              <a:t>Teacher will provide a card. Write your event below:</a:t>
            </a:r>
            <a:r>
              <a:rPr/>
              <a:t> * </a:t>
            </a:r>
            <a:r>
              <a:rPr b="1"/>
              <a:t>The Event:</a:t>
            </a:r>
            <a:r>
              <a:rPr/>
              <a:t> _______________________________________________________ * </a:t>
            </a:r>
            <a:r>
              <a:rPr b="1"/>
              <a:t>The Cost:</a:t>
            </a:r>
            <a:r>
              <a:rPr/>
              <a:t> $________________</a:t>
            </a:r>
          </a:p>
          <a:p>
            <a:pPr lvl="0" indent="0" marL="0">
              <a:buNone/>
            </a:pPr>
            <a:r>
              <a:rPr b="1"/>
              <a:t>2. The Pivot</a:t>
            </a:r>
            <a:r>
              <a:rPr/>
              <a:t> Where will this money come from? * [ ] Take it out of </a:t>
            </a:r>
            <a:r>
              <a:rPr b="1"/>
              <a:t>Savings</a:t>
            </a:r>
            <a:r>
              <a:rPr/>
              <a:t> * [ ] Cut it from </a:t>
            </a:r>
            <a:r>
              <a:rPr b="1"/>
              <a:t>Wants</a:t>
            </a:r>
            <a:r>
              <a:rPr/>
              <a:t> * [ ] Work extra hours in the business (How many? ______)</a:t>
            </a:r>
          </a:p>
          <a:p>
            <a:pPr lvl="0" indent="0" marL="0">
              <a:buNone/>
            </a:pPr>
            <a:r>
              <a:rPr b="1"/>
              <a:t>3. Final Presentation Summary</a:t>
            </a:r>
            <a:r>
              <a:rPr/>
              <a:t> Prepare to share these three stats with the class: 1. </a:t>
            </a:r>
            <a:r>
              <a:rPr b="1"/>
              <a:t>Business Profit:</a:t>
            </a:r>
            <a:r>
              <a:rPr/>
              <a:t> $__________ 2. </a:t>
            </a:r>
            <a:r>
              <a:rPr b="1"/>
              <a:t>Savings Goal achieved?</a:t>
            </a:r>
            <a:r>
              <a:rPr/>
              <a:t> (Yes / No) 3. </a:t>
            </a:r>
            <a:r>
              <a:rPr b="1"/>
              <a:t>Biggest Lesson Learned:</a:t>
            </a:r>
            <a:r>
              <a:rPr/>
              <a:t> ___________________________________________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2026-01-12T23:02:11Z</dcterms:created>
  <dcterms:modified xsi:type="dcterms:W3CDTF">2026-01-12T23:02:11Z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